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Appendix ① 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정부 정책이 '들어온 외국인을 오래·합법으로 붙드는 인프라'로 이동 — '채용 이후'는 무주공산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참고용·법적효력 없음. 재무수치는 목표·가정이며 PoC·LOI 실측 대상. PROJECT.md(SSOT)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법무부 출입국·외국인정책본부, 고용노동부, 금융위, PROJECT.md(SSOT)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PLUGnx 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Appendix: 외국인 재직관리·환급 사업 — ① 추진배경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A0 요약 — 체류외국인 278.3만〔법무부 '25.12〕 시대, 기업은 엑셀로 관리하고 근로자는 받을 돈을 놓치며 금융사는 외국인을 평가 못 한다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세 통증을 같은 데이터로 푸는 빈 공간 — 당사 인증(ForeignID)·금융권(케이뱅크 등) 관계가 그대로 진입 자산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① 세 통증이 동시에 발생한다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기업: 비자만료·자격외취업 시 사업주 제재 부담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근로자: 미수령 환급(연금·보험·퇴직금)·금융 접근 부재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금융사: 외국인 thin-file(신용정보 부재)로 평가 불가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② 정책 골든윈도 — 기조가 「양적 확대」→「수급 안정+관리·신뢰」로 이동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순풍: E-7-4 숙련전환 점수제(107개 지역)〔법무부〕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순풍: 외국인 기본인적정보 ICAO 표준 통일 → ForeignID 정합〔법무부〕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순풍: 비금융 대안신용 확대 → BackWon+ForeignID 신호 길목〔금융위〕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③ 빈 공간 — '채용 이후 통합관리+환급+양면데이터' 보유사 없음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외국인 서비스 업체 전수조사 결과 해당 결합 보유사 부재〔'26.6 검증〕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경쟁사는 입국 전·유학생·채용입구·생활정보에 분산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▶ 기업 관리부담↑ + 근로자 권익공백 + 금융 thin-file이 동시에 커진다 → 같은 데이터 하나로 푸는 인프라 기회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Appendix ② 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Q1. 시장 규모는 괜찮은가? (체류외국인 278.3만·취업자격 59.4만)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참고용·법적효력 없음. 재무수치는 목표·가정이며 PoC·LOI 실측 대상. PROJECT.md(SSOT)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법무부 출입국·외국인정책본부, 고용노동부, 금융위, PROJECT.md(SSOT)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PLUGnx 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Appendix: 외국인 재직관리·환급 사업 — ② 시장규모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A1 요약 — B2B TAM 49만(E계열 취업비자)·B2C TAM 216만(장기체류)〔SSOT〕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외국인 은행계좌 696만인데 인터넷은행 신용대출 ≈0 — 데이터 공백이 곧 기회〔'26.4〕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시장 모수 (구분 · 모수 · 라벨)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체류외국인 총계 — 2,783,247명〔법무부 '25.12〕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취업자격 — 594,047명〔법무부 '25.12〕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B2B TAM(VisaDesk) — 49만(E계열)〔SSOT〕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B2C TAM(BackWon) — 216만(장기체류)〔SSOT〕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구성 · 공백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비자별 — E-9 33.7만·H-2 9.3만·E-7 6.4만·F-4 55.6만〔'24말 연보〕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국적 — 중국 35.2%·베트남 12.1%〔법무부〕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금융공백 — 계좌 696만 vs 인터넷은행 여신 ≈0〔'26.4〕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목표 — PoC 8주 15사·3,300만 → ARR 21억(100사) → 60억(300사)〔가정·SSOT〕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▶ E-9 13만→8만으로 신규유입은 줄지만, 정책 무게가 '존량(재직·전환·정착) 관리'로 이동 → 우리 타깃은 오히려 두터워짐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