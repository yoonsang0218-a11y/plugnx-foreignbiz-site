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c5495de3f246b7" /><Relationship Type="http://schemas.openxmlformats.org/officeDocument/2006/relationships/extended-properties" Target="/docProps/app.xml" Id="Ra01fea09a7ba4ced" /><Relationship Type="http://schemas.openxmlformats.org/officeDocument/2006/relationships/officeDocument" Target="/ppt/presentation.xml" Id="R59ddf0dd655e46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9913130b9d4991"/>
  </p:sldMasterIdLst>
  <p:notesMasterIdLst>
    <p:notesMasterId xmlns:r="http://schemas.openxmlformats.org/officeDocument/2006/relationships" r:id="R09850bd836bf4faf"/>
  </p:notesMasterIdLst>
  <p:sldIdLst>
    <p:sldId xmlns:r="http://schemas.openxmlformats.org/officeDocument/2006/relationships" id="256" r:id="R874f1fe5a24344f7"/>
    <p:sldId xmlns:r="http://schemas.openxmlformats.org/officeDocument/2006/relationships" id="257" r:id="R39479911d54b4269"/>
    <p:sldId xmlns:r="http://schemas.openxmlformats.org/officeDocument/2006/relationships" id="258" r:id="R7fec3433005b4286"/>
  </p:sldIdLst>
  <p:sldSz cx="15773400" cy="226885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e232c47e9477d" /><Relationship Type="http://schemas.openxmlformats.org/officeDocument/2006/relationships/slideMaster" Target="/ppt/slideMasters/slideMaster1.xml" Id="R759913130b9d4991" /><Relationship Type="http://schemas.openxmlformats.org/officeDocument/2006/relationships/notesMaster" Target="/ppt/notesMasters/notesMaster1.xml" Id="R09850bd836bf4faf" /><Relationship Type="http://schemas.openxmlformats.org/officeDocument/2006/relationships/presProps" Target="/ppt/presProps.xml" Id="R6c5683ccb2ff45af" /><Relationship Type="http://schemas.openxmlformats.org/officeDocument/2006/relationships/tableStyles" Target="/ppt/tableStyles.xml" Id="R62a0318c3740414a" /><Relationship Type="http://schemas.openxmlformats.org/officeDocument/2006/relationships/slide" Target="/ppt/slides/slide1.xml" Id="R874f1fe5a24344f7" /><Relationship Type="http://schemas.openxmlformats.org/officeDocument/2006/relationships/slide" Target="/ppt/slides/slide2.xml" Id="R39479911d54b4269" /><Relationship Type="http://schemas.openxmlformats.org/officeDocument/2006/relationships/slide" Target="/ppt/slides/slide3.xml" Id="R7fec3433005b42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794815c7464c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a707f888474a97" /><Relationship Type="http://schemas.openxmlformats.org/officeDocument/2006/relationships/notesMaster" Target="/ppt/notesMasters/notesMaster1.xml" Id="Rf3a29e948a0e46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eadd199d464e4a" /><Relationship Type="http://schemas.openxmlformats.org/officeDocument/2006/relationships/notesMaster" Target="/ppt/notesMasters/notesMaster1.xml" Id="Rf81a91f257fc45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1230276e7e48a5" /><Relationship Type="http://schemas.openxmlformats.org/officeDocument/2006/relationships/notesMaster" Target="/ppt/notesMasters/notesMaster1.xml" Id="R504a4147e5cc44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bceb250b844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9331eeb5064c4f" /><Relationship Type="http://schemas.openxmlformats.org/officeDocument/2006/relationships/slideLayout" Target="/ppt/slideLayouts/slideLayout1.xml" Id="R54e1fffc4b1b48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e1fffc4b1b48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4dcbb86fa417a" /><Relationship Type="http://schemas.openxmlformats.org/officeDocument/2006/relationships/image" Target="/ppt/media/image.png" Id="R97ec9d3f26944211" /><Relationship Type="http://schemas.openxmlformats.org/officeDocument/2006/relationships/notesSlide" Target="/ppt/notesSlides/notesSlide1.xml" Id="R313e9088c6d242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a056fdcc64a12" /><Relationship Type="http://schemas.openxmlformats.org/officeDocument/2006/relationships/image" Target="/ppt/media/image2.png" Id="R971844ec815540df" /><Relationship Type="http://schemas.openxmlformats.org/officeDocument/2006/relationships/notesSlide" Target="/ppt/notesSlides/notesSlide2.xml" Id="R465452257019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41059a0b347ae" /><Relationship Type="http://schemas.openxmlformats.org/officeDocument/2006/relationships/image" Target="/ppt/media/image3.png" Id="R4fbfae5cf79948fb" /><Relationship Type="http://schemas.openxmlformats.org/officeDocument/2006/relationships/notesSlide" Target="/ppt/notesSlides/notesSlide3.xml" Id="Rc33a5275baf24e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c9d3f26944211"/>
          <a:stretch xmlns:a="http://schemas.openxmlformats.org/drawingml/2006/main"/>
        </p:blipFill>
        <p:spPr>
          <a:xfrm xmlns:a="http://schemas.openxmlformats.org/drawingml/2006/main">
            <a:off x="0" y="2076450"/>
            <a:ext cx="15773400" cy="18535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49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844ec815540df"/>
          <a:stretch xmlns:a="http://schemas.openxmlformats.org/drawingml/2006/main"/>
        </p:blipFill>
        <p:spPr>
          <a:xfrm xmlns:a="http://schemas.openxmlformats.org/drawingml/2006/main">
            <a:off x="0" y="0"/>
            <a:ext cx="15773400" cy="22688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fae5cf79948fb"/>
          <a:stretch xmlns:a="http://schemas.openxmlformats.org/drawingml/2006/main"/>
        </p:blipFill>
        <p:spPr>
          <a:xfrm xmlns:a="http://schemas.openxmlformats.org/drawingml/2006/main">
            <a:off x="0" y="1571625"/>
            <a:ext cx="15773400" cy="1954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98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2026-06-25T08:55:58.4410000Z</dcterms:created>
  <dcterms:modified xsi:type="dcterms:W3CDTF">2026-06-25T08:55:58.4410000Z</dcterms:modified>
</coreProperties>
</file>